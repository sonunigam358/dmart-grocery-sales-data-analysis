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72" r:id="rId2"/>
    <p:sldId id="261" r:id="rId3"/>
    <p:sldId id="263" r:id="rId4"/>
    <p:sldId id="265" r:id="rId5"/>
    <p:sldId id="266" r:id="rId6"/>
    <p:sldId id="267" r:id="rId7"/>
    <p:sldId id="271" r:id="rId8"/>
    <p:sldId id="268" r:id="rId9"/>
    <p:sldId id="269"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C4C8F2-C2F4-4AB3-A567-642518A104F2}" v="17" dt="2026-02-02T12:58:38.0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Salunkhe" userId="94a2e9a77e77e358" providerId="LiveId" clId="{DD78128C-BD83-4C28-9494-BDA9025908E1}"/>
    <pc:docChg chg="undo custSel addSld delSld modSld">
      <pc:chgData name="Harsh Salunkhe" userId="94a2e9a77e77e358" providerId="LiveId" clId="{DD78128C-BD83-4C28-9494-BDA9025908E1}" dt="2026-02-02T13:06:21.384" v="393" actId="20577"/>
      <pc:docMkLst>
        <pc:docMk/>
      </pc:docMkLst>
      <pc:sldChg chg="addSp delSp modSp del mod">
        <pc:chgData name="Harsh Salunkhe" userId="94a2e9a77e77e358" providerId="LiveId" clId="{DD78128C-BD83-4C28-9494-BDA9025908E1}" dt="2026-02-02T13:00:14.942" v="287" actId="47"/>
        <pc:sldMkLst>
          <pc:docMk/>
          <pc:sldMk cId="1040724867" sldId="256"/>
        </pc:sldMkLst>
        <pc:spChg chg="mod">
          <ac:chgData name="Harsh Salunkhe" userId="94a2e9a77e77e358" providerId="LiveId" clId="{DD78128C-BD83-4C28-9494-BDA9025908E1}" dt="2026-02-02T12:58:10.890" v="249" actId="1076"/>
          <ac:spMkLst>
            <pc:docMk/>
            <pc:sldMk cId="1040724867" sldId="256"/>
            <ac:spMk id="2" creationId="{2594D141-74D2-3F66-7738-BAD8BECFD8E9}"/>
          </ac:spMkLst>
        </pc:spChg>
        <pc:spChg chg="del mod">
          <ac:chgData name="Harsh Salunkhe" userId="94a2e9a77e77e358" providerId="LiveId" clId="{DD78128C-BD83-4C28-9494-BDA9025908E1}" dt="2026-02-02T12:56:17.855" v="238" actId="21"/>
          <ac:spMkLst>
            <pc:docMk/>
            <pc:sldMk cId="1040724867" sldId="256"/>
            <ac:spMk id="3" creationId="{A339D1EA-99D1-3B16-355A-673AAD31FD79}"/>
          </ac:spMkLst>
        </pc:spChg>
        <pc:spChg chg="add mod">
          <ac:chgData name="Harsh Salunkhe" userId="94a2e9a77e77e358" providerId="LiveId" clId="{DD78128C-BD83-4C28-9494-BDA9025908E1}" dt="2026-02-02T12:57:56.931" v="248"/>
          <ac:spMkLst>
            <pc:docMk/>
            <pc:sldMk cId="1040724867" sldId="256"/>
            <ac:spMk id="5" creationId="{C648AAE5-C792-932B-692B-79B0A6E32D31}"/>
          </ac:spMkLst>
        </pc:spChg>
      </pc:sldChg>
      <pc:sldChg chg="modSp mod">
        <pc:chgData name="Harsh Salunkhe" userId="94a2e9a77e77e358" providerId="LiveId" clId="{DD78128C-BD83-4C28-9494-BDA9025908E1}" dt="2026-02-02T13:00:22.126" v="290" actId="403"/>
        <pc:sldMkLst>
          <pc:docMk/>
          <pc:sldMk cId="2196043043" sldId="261"/>
        </pc:sldMkLst>
        <pc:spChg chg="mod">
          <ac:chgData name="Harsh Salunkhe" userId="94a2e9a77e77e358" providerId="LiveId" clId="{DD78128C-BD83-4C28-9494-BDA9025908E1}" dt="2026-02-02T12:57:56.931" v="248"/>
          <ac:spMkLst>
            <pc:docMk/>
            <pc:sldMk cId="2196043043" sldId="261"/>
            <ac:spMk id="2" creationId="{74236FC5-A51E-ECBD-1777-BF2A761B1A69}"/>
          </ac:spMkLst>
        </pc:spChg>
        <pc:spChg chg="mod">
          <ac:chgData name="Harsh Salunkhe" userId="94a2e9a77e77e358" providerId="LiveId" clId="{DD78128C-BD83-4C28-9494-BDA9025908E1}" dt="2026-02-02T13:00:22.126" v="290" actId="403"/>
          <ac:spMkLst>
            <pc:docMk/>
            <pc:sldMk cId="2196043043" sldId="261"/>
            <ac:spMk id="3" creationId="{806E2011-6C9F-3E63-AC2D-8E4ABA030FD0}"/>
          </ac:spMkLst>
        </pc:spChg>
      </pc:sldChg>
      <pc:sldChg chg="modSp mod">
        <pc:chgData name="Harsh Salunkhe" userId="94a2e9a77e77e358" providerId="LiveId" clId="{DD78128C-BD83-4C28-9494-BDA9025908E1}" dt="2026-02-02T13:00:39.157" v="295" actId="2711"/>
        <pc:sldMkLst>
          <pc:docMk/>
          <pc:sldMk cId="725983856" sldId="263"/>
        </pc:sldMkLst>
        <pc:spChg chg="mod">
          <ac:chgData name="Harsh Salunkhe" userId="94a2e9a77e77e358" providerId="LiveId" clId="{DD78128C-BD83-4C28-9494-BDA9025908E1}" dt="2026-02-02T12:57:56.931" v="248"/>
          <ac:spMkLst>
            <pc:docMk/>
            <pc:sldMk cId="725983856" sldId="263"/>
            <ac:spMk id="2" creationId="{64702C8F-5C3F-0650-3F73-93469B21FB2D}"/>
          </ac:spMkLst>
        </pc:spChg>
        <pc:spChg chg="mod">
          <ac:chgData name="Harsh Salunkhe" userId="94a2e9a77e77e358" providerId="LiveId" clId="{DD78128C-BD83-4C28-9494-BDA9025908E1}" dt="2026-02-02T13:00:39.157" v="295" actId="2711"/>
          <ac:spMkLst>
            <pc:docMk/>
            <pc:sldMk cId="725983856" sldId="263"/>
            <ac:spMk id="3" creationId="{71501A77-B45F-3CBA-860B-1B78D7F85E3C}"/>
          </ac:spMkLst>
        </pc:spChg>
      </pc:sldChg>
      <pc:sldChg chg="modSp mod">
        <pc:chgData name="Harsh Salunkhe" userId="94a2e9a77e77e358" providerId="LiveId" clId="{DD78128C-BD83-4C28-9494-BDA9025908E1}" dt="2026-02-02T13:01:06.412" v="303" actId="404"/>
        <pc:sldMkLst>
          <pc:docMk/>
          <pc:sldMk cId="3278944660" sldId="265"/>
        </pc:sldMkLst>
        <pc:spChg chg="mod">
          <ac:chgData name="Harsh Salunkhe" userId="94a2e9a77e77e358" providerId="LiveId" clId="{DD78128C-BD83-4C28-9494-BDA9025908E1}" dt="2026-02-02T12:57:56.931" v="248"/>
          <ac:spMkLst>
            <pc:docMk/>
            <pc:sldMk cId="3278944660" sldId="265"/>
            <ac:spMk id="2" creationId="{ADEE7738-AC53-A0A9-0220-C422BC3DCDE2}"/>
          </ac:spMkLst>
        </pc:spChg>
        <pc:spChg chg="mod">
          <ac:chgData name="Harsh Salunkhe" userId="94a2e9a77e77e358" providerId="LiveId" clId="{DD78128C-BD83-4C28-9494-BDA9025908E1}" dt="2026-02-02T13:01:06.412" v="303" actId="404"/>
          <ac:spMkLst>
            <pc:docMk/>
            <pc:sldMk cId="3278944660" sldId="265"/>
            <ac:spMk id="3" creationId="{631E7286-E581-F91A-F48A-307616B9468F}"/>
          </ac:spMkLst>
        </pc:spChg>
      </pc:sldChg>
      <pc:sldChg chg="delSp modSp mod">
        <pc:chgData name="Harsh Salunkhe" userId="94a2e9a77e77e358" providerId="LiveId" clId="{DD78128C-BD83-4C28-9494-BDA9025908E1}" dt="2026-02-02T13:01:46.330" v="306" actId="403"/>
        <pc:sldMkLst>
          <pc:docMk/>
          <pc:sldMk cId="116108151" sldId="266"/>
        </pc:sldMkLst>
        <pc:spChg chg="mod">
          <ac:chgData name="Harsh Salunkhe" userId="94a2e9a77e77e358" providerId="LiveId" clId="{DD78128C-BD83-4C28-9494-BDA9025908E1}" dt="2026-02-02T12:57:56.931" v="248"/>
          <ac:spMkLst>
            <pc:docMk/>
            <pc:sldMk cId="116108151" sldId="266"/>
            <ac:spMk id="2" creationId="{4CF9C9E3-51F5-EB58-8BA6-32B6FAD8B0DB}"/>
          </ac:spMkLst>
        </pc:spChg>
        <pc:spChg chg="mod">
          <ac:chgData name="Harsh Salunkhe" userId="94a2e9a77e77e358" providerId="LiveId" clId="{DD78128C-BD83-4C28-9494-BDA9025908E1}" dt="2026-02-02T13:01:46.330" v="306" actId="403"/>
          <ac:spMkLst>
            <pc:docMk/>
            <pc:sldMk cId="116108151" sldId="266"/>
            <ac:spMk id="3" creationId="{9AFB8108-034B-91C9-E677-BAFD36D17C62}"/>
          </ac:spMkLst>
        </pc:spChg>
        <pc:spChg chg="del mod">
          <ac:chgData name="Harsh Salunkhe" userId="94a2e9a77e77e358" providerId="LiveId" clId="{DD78128C-BD83-4C28-9494-BDA9025908E1}" dt="2026-02-02T12:47:07.654" v="98" actId="478"/>
          <ac:spMkLst>
            <pc:docMk/>
            <pc:sldMk cId="116108151" sldId="266"/>
            <ac:spMk id="5" creationId="{F5072CFE-5DF7-9267-3621-2D3224CAD38F}"/>
          </ac:spMkLst>
        </pc:spChg>
      </pc:sldChg>
      <pc:sldChg chg="modSp mod">
        <pc:chgData name="Harsh Salunkhe" userId="94a2e9a77e77e358" providerId="LiveId" clId="{DD78128C-BD83-4C28-9494-BDA9025908E1}" dt="2026-02-02T13:02:54.530" v="321" actId="20577"/>
        <pc:sldMkLst>
          <pc:docMk/>
          <pc:sldMk cId="4185254868" sldId="267"/>
        </pc:sldMkLst>
        <pc:spChg chg="mod">
          <ac:chgData name="Harsh Salunkhe" userId="94a2e9a77e77e358" providerId="LiveId" clId="{DD78128C-BD83-4C28-9494-BDA9025908E1}" dt="2026-02-02T12:46:30.601" v="91" actId="14100"/>
          <ac:spMkLst>
            <pc:docMk/>
            <pc:sldMk cId="4185254868" sldId="267"/>
            <ac:spMk id="2" creationId="{A277A293-AE3B-9B2B-9F1C-819306D13713}"/>
          </ac:spMkLst>
        </pc:spChg>
        <pc:spChg chg="mod">
          <ac:chgData name="Harsh Salunkhe" userId="94a2e9a77e77e358" providerId="LiveId" clId="{DD78128C-BD83-4C28-9494-BDA9025908E1}" dt="2026-02-02T13:02:54.530" v="321" actId="20577"/>
          <ac:spMkLst>
            <pc:docMk/>
            <pc:sldMk cId="4185254868" sldId="267"/>
            <ac:spMk id="3" creationId="{D3F05C33-A0CF-2AF2-9F86-C38A9A97A6C5}"/>
          </ac:spMkLst>
        </pc:spChg>
      </pc:sldChg>
      <pc:sldChg chg="modSp mod">
        <pc:chgData name="Harsh Salunkhe" userId="94a2e9a77e77e358" providerId="LiveId" clId="{DD78128C-BD83-4C28-9494-BDA9025908E1}" dt="2026-02-02T13:04:56.308" v="343" actId="207"/>
        <pc:sldMkLst>
          <pc:docMk/>
          <pc:sldMk cId="1426828298" sldId="268"/>
        </pc:sldMkLst>
        <pc:spChg chg="mod">
          <ac:chgData name="Harsh Salunkhe" userId="94a2e9a77e77e358" providerId="LiveId" clId="{DD78128C-BD83-4C28-9494-BDA9025908E1}" dt="2026-02-02T12:57:56.931" v="248"/>
          <ac:spMkLst>
            <pc:docMk/>
            <pc:sldMk cId="1426828298" sldId="268"/>
            <ac:spMk id="2" creationId="{77589A34-90B4-7360-47EC-78E332A12E89}"/>
          </ac:spMkLst>
        </pc:spChg>
        <pc:spChg chg="mod">
          <ac:chgData name="Harsh Salunkhe" userId="94a2e9a77e77e358" providerId="LiveId" clId="{DD78128C-BD83-4C28-9494-BDA9025908E1}" dt="2026-02-02T13:04:56.308" v="343" actId="207"/>
          <ac:spMkLst>
            <pc:docMk/>
            <pc:sldMk cId="1426828298" sldId="268"/>
            <ac:spMk id="3" creationId="{55BF2075-CF84-F022-573F-A3AB9115A2D8}"/>
          </ac:spMkLst>
        </pc:spChg>
      </pc:sldChg>
      <pc:sldChg chg="modSp mod">
        <pc:chgData name="Harsh Salunkhe" userId="94a2e9a77e77e358" providerId="LiveId" clId="{DD78128C-BD83-4C28-9494-BDA9025908E1}" dt="2026-02-02T13:04:41.769" v="340" actId="207"/>
        <pc:sldMkLst>
          <pc:docMk/>
          <pc:sldMk cId="2142411195" sldId="269"/>
        </pc:sldMkLst>
        <pc:spChg chg="mod">
          <ac:chgData name="Harsh Salunkhe" userId="94a2e9a77e77e358" providerId="LiveId" clId="{DD78128C-BD83-4C28-9494-BDA9025908E1}" dt="2026-02-02T12:57:56.931" v="248"/>
          <ac:spMkLst>
            <pc:docMk/>
            <pc:sldMk cId="2142411195" sldId="269"/>
            <ac:spMk id="2" creationId="{C2AEDFEC-7D77-FA4B-AF73-662DD8E75B0A}"/>
          </ac:spMkLst>
        </pc:spChg>
        <pc:spChg chg="mod">
          <ac:chgData name="Harsh Salunkhe" userId="94a2e9a77e77e358" providerId="LiveId" clId="{DD78128C-BD83-4C28-9494-BDA9025908E1}" dt="2026-02-02T13:04:41.769" v="340" actId="207"/>
          <ac:spMkLst>
            <pc:docMk/>
            <pc:sldMk cId="2142411195" sldId="269"/>
            <ac:spMk id="3" creationId="{93259FF1-CE57-F7F5-805D-249E692EC139}"/>
          </ac:spMkLst>
        </pc:spChg>
      </pc:sldChg>
      <pc:sldChg chg="addSp delSp modSp mod">
        <pc:chgData name="Harsh Salunkhe" userId="94a2e9a77e77e358" providerId="LiveId" clId="{DD78128C-BD83-4C28-9494-BDA9025908E1}" dt="2026-02-02T13:06:21.384" v="393" actId="20577"/>
        <pc:sldMkLst>
          <pc:docMk/>
          <pc:sldMk cId="1893826793" sldId="270"/>
        </pc:sldMkLst>
        <pc:spChg chg="mod">
          <ac:chgData name="Harsh Salunkhe" userId="94a2e9a77e77e358" providerId="LiveId" clId="{DD78128C-BD83-4C28-9494-BDA9025908E1}" dt="2026-02-02T12:57:56.931" v="248"/>
          <ac:spMkLst>
            <pc:docMk/>
            <pc:sldMk cId="1893826793" sldId="270"/>
            <ac:spMk id="2" creationId="{AB63FBA3-0765-1224-B679-A6F4C2CAEF24}"/>
          </ac:spMkLst>
        </pc:spChg>
        <pc:spChg chg="del mod">
          <ac:chgData name="Harsh Salunkhe" userId="94a2e9a77e77e358" providerId="LiveId" clId="{DD78128C-BD83-4C28-9494-BDA9025908E1}" dt="2026-02-02T13:03:31.010" v="326" actId="21"/>
          <ac:spMkLst>
            <pc:docMk/>
            <pc:sldMk cId="1893826793" sldId="270"/>
            <ac:spMk id="3" creationId="{947A3A36-7F0B-82F4-6909-582194AC7BA7}"/>
          </ac:spMkLst>
        </pc:spChg>
        <pc:spChg chg="del mod">
          <ac:chgData name="Harsh Salunkhe" userId="94a2e9a77e77e358" providerId="LiveId" clId="{DD78128C-BD83-4C28-9494-BDA9025908E1}" dt="2026-02-02T13:04:17.899" v="337"/>
          <ac:spMkLst>
            <pc:docMk/>
            <pc:sldMk cId="1893826793" sldId="270"/>
            <ac:spMk id="5" creationId="{FC2B65AF-CC19-1FF7-2928-076771AFF6EB}"/>
          </ac:spMkLst>
        </pc:spChg>
        <pc:spChg chg="add mod">
          <ac:chgData name="Harsh Salunkhe" userId="94a2e9a77e77e358" providerId="LiveId" clId="{DD78128C-BD83-4C28-9494-BDA9025908E1}" dt="2026-02-02T13:03:50.622" v="328" actId="27636"/>
          <ac:spMkLst>
            <pc:docMk/>
            <pc:sldMk cId="1893826793" sldId="270"/>
            <ac:spMk id="7" creationId="{E711F5AA-F5EF-9D42-D6F8-F27C2C485952}"/>
          </ac:spMkLst>
        </pc:spChg>
        <pc:spChg chg="add mod">
          <ac:chgData name="Harsh Salunkhe" userId="94a2e9a77e77e358" providerId="LiveId" clId="{DD78128C-BD83-4C28-9494-BDA9025908E1}" dt="2026-02-02T13:06:21.384" v="393" actId="20577"/>
          <ac:spMkLst>
            <pc:docMk/>
            <pc:sldMk cId="1893826793" sldId="270"/>
            <ac:spMk id="9" creationId="{F90A7EEF-E1B0-7898-EDEE-41E26EC14A40}"/>
          </ac:spMkLst>
        </pc:spChg>
      </pc:sldChg>
      <pc:sldChg chg="addSp delSp modSp new mod setBg delDesignElem">
        <pc:chgData name="Harsh Salunkhe" userId="94a2e9a77e77e358" providerId="LiveId" clId="{DD78128C-BD83-4C28-9494-BDA9025908E1}" dt="2026-02-02T12:57:26.482" v="241"/>
        <pc:sldMkLst>
          <pc:docMk/>
          <pc:sldMk cId="2918139141" sldId="271"/>
        </pc:sldMkLst>
        <pc:spChg chg="add del">
          <ac:chgData name="Harsh Salunkhe" userId="94a2e9a77e77e358" providerId="LiveId" clId="{DD78128C-BD83-4C28-9494-BDA9025908E1}" dt="2026-02-02T12:52:59.304" v="128" actId="26606"/>
          <ac:spMkLst>
            <pc:docMk/>
            <pc:sldMk cId="2918139141" sldId="271"/>
            <ac:spMk id="8" creationId="{F3060C83-F051-4F0E-ABAD-AA0DFC48B218}"/>
          </ac:spMkLst>
        </pc:spChg>
        <pc:spChg chg="add del">
          <ac:chgData name="Harsh Salunkhe" userId="94a2e9a77e77e358" providerId="LiveId" clId="{DD78128C-BD83-4C28-9494-BDA9025908E1}" dt="2026-02-02T12:52:59.304" v="128" actId="26606"/>
          <ac:spMkLst>
            <pc:docMk/>
            <pc:sldMk cId="2918139141" sldId="271"/>
            <ac:spMk id="10" creationId="{83C98ABE-055B-441F-B07E-44F97F083C39}"/>
          </ac:spMkLst>
        </pc:spChg>
        <pc:spChg chg="add del">
          <ac:chgData name="Harsh Salunkhe" userId="94a2e9a77e77e358" providerId="LiveId" clId="{DD78128C-BD83-4C28-9494-BDA9025908E1}" dt="2026-02-02T12:52:59.304" v="128" actId="26606"/>
          <ac:spMkLst>
            <pc:docMk/>
            <pc:sldMk cId="2918139141" sldId="271"/>
            <ac:spMk id="12" creationId="{29FDB030-9B49-4CED-8CCD-4D99382388AC}"/>
          </ac:spMkLst>
        </pc:spChg>
        <pc:spChg chg="add del">
          <ac:chgData name="Harsh Salunkhe" userId="94a2e9a77e77e358" providerId="LiveId" clId="{DD78128C-BD83-4C28-9494-BDA9025908E1}" dt="2026-02-02T12:52:59.304" v="128" actId="26606"/>
          <ac:spMkLst>
            <pc:docMk/>
            <pc:sldMk cId="2918139141" sldId="271"/>
            <ac:spMk id="14" creationId="{3783CA14-24A1-485C-8B30-D6A5D87987AD}"/>
          </ac:spMkLst>
        </pc:spChg>
        <pc:spChg chg="add del">
          <ac:chgData name="Harsh Salunkhe" userId="94a2e9a77e77e358" providerId="LiveId" clId="{DD78128C-BD83-4C28-9494-BDA9025908E1}" dt="2026-02-02T12:52:59.304" v="128" actId="26606"/>
          <ac:spMkLst>
            <pc:docMk/>
            <pc:sldMk cId="2918139141" sldId="271"/>
            <ac:spMk id="16" creationId="{9A97C86A-04D6-40F7-AE84-31AB43E6A846}"/>
          </ac:spMkLst>
        </pc:spChg>
        <pc:spChg chg="add del">
          <ac:chgData name="Harsh Salunkhe" userId="94a2e9a77e77e358" providerId="LiveId" clId="{DD78128C-BD83-4C28-9494-BDA9025908E1}" dt="2026-02-02T12:52:59.304" v="128" actId="26606"/>
          <ac:spMkLst>
            <pc:docMk/>
            <pc:sldMk cId="2918139141" sldId="271"/>
            <ac:spMk id="18" creationId="{FF9F2414-84E8-453E-B1F3-389FDE8192D9}"/>
          </ac:spMkLst>
        </pc:spChg>
        <pc:spChg chg="add del">
          <ac:chgData name="Harsh Salunkhe" userId="94a2e9a77e77e358" providerId="LiveId" clId="{DD78128C-BD83-4C28-9494-BDA9025908E1}" dt="2026-02-02T12:52:59.304" v="128" actId="26606"/>
          <ac:spMkLst>
            <pc:docMk/>
            <pc:sldMk cId="2918139141" sldId="271"/>
            <ac:spMk id="20" creationId="{3ECA69A1-7536-43AC-85EF-C7106179F5ED}"/>
          </ac:spMkLst>
        </pc:spChg>
        <pc:spChg chg="add del">
          <ac:chgData name="Harsh Salunkhe" userId="94a2e9a77e77e358" providerId="LiveId" clId="{DD78128C-BD83-4C28-9494-BDA9025908E1}" dt="2026-02-02T12:53:03.381" v="130" actId="26606"/>
          <ac:spMkLst>
            <pc:docMk/>
            <pc:sldMk cId="2918139141" sldId="271"/>
            <ac:spMk id="22" creationId="{42A4FC2C-047E-45A5-965D-8E1E3BF09BC6}"/>
          </ac:spMkLst>
        </pc:spChg>
        <pc:spChg chg="add del">
          <ac:chgData name="Harsh Salunkhe" userId="94a2e9a77e77e358" providerId="LiveId" clId="{DD78128C-BD83-4C28-9494-BDA9025908E1}" dt="2026-02-02T12:53:33.481" v="138" actId="26606"/>
          <ac:spMkLst>
            <pc:docMk/>
            <pc:sldMk cId="2918139141" sldId="271"/>
            <ac:spMk id="24" creationId="{F3060C83-F051-4F0E-ABAD-AA0DFC48B218}"/>
          </ac:spMkLst>
        </pc:spChg>
        <pc:spChg chg="add">
          <ac:chgData name="Harsh Salunkhe" userId="94a2e9a77e77e358" providerId="LiveId" clId="{DD78128C-BD83-4C28-9494-BDA9025908E1}" dt="2026-02-02T12:53:03.403" v="131" actId="26606"/>
          <ac:spMkLst>
            <pc:docMk/>
            <pc:sldMk cId="2918139141" sldId="271"/>
            <ac:spMk id="25" creationId="{83C98ABE-055B-441F-B07E-44F97F083C39}"/>
          </ac:spMkLst>
        </pc:spChg>
        <pc:spChg chg="add del">
          <ac:chgData name="Harsh Salunkhe" userId="94a2e9a77e77e358" providerId="LiveId" clId="{DD78128C-BD83-4C28-9494-BDA9025908E1}" dt="2026-02-02T12:53:33.481" v="138" actId="26606"/>
          <ac:spMkLst>
            <pc:docMk/>
            <pc:sldMk cId="2918139141" sldId="271"/>
            <ac:spMk id="26" creationId="{29FDB030-9B49-4CED-8CCD-4D99382388AC}"/>
          </ac:spMkLst>
        </pc:spChg>
        <pc:spChg chg="add del">
          <ac:chgData name="Harsh Salunkhe" userId="94a2e9a77e77e358" providerId="LiveId" clId="{DD78128C-BD83-4C28-9494-BDA9025908E1}" dt="2026-02-02T12:53:33.481" v="138" actId="26606"/>
          <ac:spMkLst>
            <pc:docMk/>
            <pc:sldMk cId="2918139141" sldId="271"/>
            <ac:spMk id="27" creationId="{3783CA14-24A1-485C-8B30-D6A5D87987AD}"/>
          </ac:spMkLst>
        </pc:spChg>
        <pc:spChg chg="add del">
          <ac:chgData name="Harsh Salunkhe" userId="94a2e9a77e77e358" providerId="LiveId" clId="{DD78128C-BD83-4C28-9494-BDA9025908E1}" dt="2026-02-02T12:53:33.481" v="138" actId="26606"/>
          <ac:spMkLst>
            <pc:docMk/>
            <pc:sldMk cId="2918139141" sldId="271"/>
            <ac:spMk id="28" creationId="{9A97C86A-04D6-40F7-AE84-31AB43E6A846}"/>
          </ac:spMkLst>
        </pc:spChg>
        <pc:spChg chg="add del">
          <ac:chgData name="Harsh Salunkhe" userId="94a2e9a77e77e358" providerId="LiveId" clId="{DD78128C-BD83-4C28-9494-BDA9025908E1}" dt="2026-02-02T12:53:33.481" v="138" actId="26606"/>
          <ac:spMkLst>
            <pc:docMk/>
            <pc:sldMk cId="2918139141" sldId="271"/>
            <ac:spMk id="29" creationId="{FF9F2414-84E8-453E-B1F3-389FDE8192D9}"/>
          </ac:spMkLst>
        </pc:spChg>
        <pc:spChg chg="add del">
          <ac:chgData name="Harsh Salunkhe" userId="94a2e9a77e77e358" providerId="LiveId" clId="{DD78128C-BD83-4C28-9494-BDA9025908E1}" dt="2026-02-02T12:53:33.481" v="138" actId="26606"/>
          <ac:spMkLst>
            <pc:docMk/>
            <pc:sldMk cId="2918139141" sldId="271"/>
            <ac:spMk id="30" creationId="{3ECA69A1-7536-43AC-85EF-C7106179F5ED}"/>
          </ac:spMkLst>
        </pc:spChg>
        <pc:spChg chg="add del">
          <ac:chgData name="Harsh Salunkhe" userId="94a2e9a77e77e358" providerId="LiveId" clId="{DD78128C-BD83-4C28-9494-BDA9025908E1}" dt="2026-02-02T12:57:26.482" v="241"/>
          <ac:spMkLst>
            <pc:docMk/>
            <pc:sldMk cId="2918139141" sldId="271"/>
            <ac:spMk id="35" creationId="{8950AD4C-6AF3-49F8-94E1-DBCAFB39478B}"/>
          </ac:spMkLst>
        </pc:spChg>
        <pc:spChg chg="add del">
          <ac:chgData name="Harsh Salunkhe" userId="94a2e9a77e77e358" providerId="LiveId" clId="{DD78128C-BD83-4C28-9494-BDA9025908E1}" dt="2026-02-02T12:57:26.482" v="241"/>
          <ac:spMkLst>
            <pc:docMk/>
            <pc:sldMk cId="2918139141" sldId="271"/>
            <ac:spMk id="37" creationId="{2F0E00C3-4613-415F-BE3A-78FBAD9061C0}"/>
          </ac:spMkLst>
        </pc:spChg>
        <pc:spChg chg="add del">
          <ac:chgData name="Harsh Salunkhe" userId="94a2e9a77e77e358" providerId="LiveId" clId="{DD78128C-BD83-4C28-9494-BDA9025908E1}" dt="2026-02-02T12:57:26.482" v="241"/>
          <ac:spMkLst>
            <pc:docMk/>
            <pc:sldMk cId="2918139141" sldId="271"/>
            <ac:spMk id="39" creationId="{8DBEAE55-3EA1-41D7-A212-5F7D8986C1F2}"/>
          </ac:spMkLst>
        </pc:spChg>
        <pc:spChg chg="add del">
          <ac:chgData name="Harsh Salunkhe" userId="94a2e9a77e77e358" providerId="LiveId" clId="{DD78128C-BD83-4C28-9494-BDA9025908E1}" dt="2026-02-02T12:57:26.482" v="241"/>
          <ac:spMkLst>
            <pc:docMk/>
            <pc:sldMk cId="2918139141" sldId="271"/>
            <ac:spMk id="41" creationId="{CFC5F0E7-644F-4101-BE72-12825CF537E7}"/>
          </ac:spMkLst>
        </pc:spChg>
        <pc:picChg chg="add mod">
          <ac:chgData name="Harsh Salunkhe" userId="94a2e9a77e77e358" providerId="LiveId" clId="{DD78128C-BD83-4C28-9494-BDA9025908E1}" dt="2026-02-02T12:53:28.644" v="137" actId="14100"/>
          <ac:picMkLst>
            <pc:docMk/>
            <pc:sldMk cId="2918139141" sldId="271"/>
            <ac:picMk id="3" creationId="{3A4FAE55-FB75-4AEF-86E4-76F7B03CE4C4}"/>
          </ac:picMkLst>
        </pc:picChg>
      </pc:sldChg>
      <pc:sldChg chg="addSp delSp modSp new mod modClrScheme chgLayout">
        <pc:chgData name="Harsh Salunkhe" userId="94a2e9a77e77e358" providerId="LiveId" clId="{DD78128C-BD83-4C28-9494-BDA9025908E1}" dt="2026-02-02T13:00:09.591" v="286" actId="120"/>
        <pc:sldMkLst>
          <pc:docMk/>
          <pc:sldMk cId="3477693214" sldId="272"/>
        </pc:sldMkLst>
        <pc:spChg chg="del mod ord">
          <ac:chgData name="Harsh Salunkhe" userId="94a2e9a77e77e358" providerId="LiveId" clId="{DD78128C-BD83-4C28-9494-BDA9025908E1}" dt="2026-02-02T12:58:27.441" v="251" actId="700"/>
          <ac:spMkLst>
            <pc:docMk/>
            <pc:sldMk cId="3477693214" sldId="272"/>
            <ac:spMk id="2" creationId="{E0B0EE1F-097B-A537-318B-C386B9F5B07B}"/>
          </ac:spMkLst>
        </pc:spChg>
        <pc:spChg chg="del">
          <ac:chgData name="Harsh Salunkhe" userId="94a2e9a77e77e358" providerId="LiveId" clId="{DD78128C-BD83-4C28-9494-BDA9025908E1}" dt="2026-02-02T12:58:27.441" v="251" actId="700"/>
          <ac:spMkLst>
            <pc:docMk/>
            <pc:sldMk cId="3477693214" sldId="272"/>
            <ac:spMk id="3" creationId="{516D6BD6-2F00-9EF0-34F8-F8C5A8C6A70B}"/>
          </ac:spMkLst>
        </pc:spChg>
        <pc:spChg chg="add mod ord">
          <ac:chgData name="Harsh Salunkhe" userId="94a2e9a77e77e358" providerId="LiveId" clId="{DD78128C-BD83-4C28-9494-BDA9025908E1}" dt="2026-02-02T13:00:09.591" v="286" actId="120"/>
          <ac:spMkLst>
            <pc:docMk/>
            <pc:sldMk cId="3477693214" sldId="272"/>
            <ac:spMk id="4" creationId="{1D455904-0C32-1C2C-3EAA-FA5DEA5B7FDF}"/>
          </ac:spMkLst>
        </pc:spChg>
        <pc:spChg chg="add del mod">
          <ac:chgData name="Harsh Salunkhe" userId="94a2e9a77e77e358" providerId="LiveId" clId="{DD78128C-BD83-4C28-9494-BDA9025908E1}" dt="2026-02-02T12:58:50.103" v="257" actId="478"/>
          <ac:spMkLst>
            <pc:docMk/>
            <pc:sldMk cId="3477693214" sldId="272"/>
            <ac:spMk id="5" creationId="{1862789C-CB3A-65E2-5D61-F3BF60EA8F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1535833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80834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13353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EB5D6E-E055-44EA-A819-705F93E3CC51}"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866957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EB5D6E-E055-44EA-A819-705F93E3CC51}" type="datetimeFigureOut">
              <a:rPr lang="en-IN" smtClean="0"/>
              <a:t>02-02-2026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2031162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EB5D6E-E055-44EA-A819-705F93E3CC51}"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3169530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EB5D6E-E055-44EA-A819-705F93E3CC51}" type="datetimeFigureOut">
              <a:rPr lang="en-IN" smtClean="0"/>
              <a:t>02-02-2026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847771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EB5D6E-E055-44EA-A819-705F93E3CC51}"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787915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EB5D6E-E055-44EA-A819-705F93E3CC51}"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3687967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2184427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BAE105B-BAE8-4115-8422-A444DBC1749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42833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EB5D6E-E055-44EA-A819-705F93E3CC51}"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3485405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EB5D6E-E055-44EA-A819-705F93E3CC51}"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AE105B-BAE8-4115-8422-A444DBC1749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9302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EB5D6E-E055-44EA-A819-705F93E3CC51}"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3939786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470491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EB5D6E-E055-44EA-A819-705F93E3CC51}"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AE105B-BAE8-4115-8422-A444DBC1749B}" type="slidenum">
              <a:rPr lang="en-IN" smtClean="0"/>
              <a:t>‹#›</a:t>
            </a:fld>
            <a:endParaRPr lang="en-IN"/>
          </a:p>
        </p:txBody>
      </p:sp>
    </p:spTree>
    <p:extLst>
      <p:ext uri="{BB962C8B-B14F-4D97-AF65-F5344CB8AC3E}">
        <p14:creationId xmlns:p14="http://schemas.microsoft.com/office/powerpoint/2010/main" val="4120289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EB5D6E-E055-44EA-A819-705F93E3CC51}" type="datetimeFigureOut">
              <a:rPr lang="en-IN" smtClean="0"/>
              <a:t>02-02-2026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BAE105B-BAE8-4115-8422-A444DBC1749B}" type="slidenum">
              <a:rPr lang="en-IN" smtClean="0"/>
              <a:t>‹#›</a:t>
            </a:fld>
            <a:endParaRPr lang="en-IN"/>
          </a:p>
        </p:txBody>
      </p:sp>
    </p:spTree>
    <p:extLst>
      <p:ext uri="{BB962C8B-B14F-4D97-AF65-F5344CB8AC3E}">
        <p14:creationId xmlns:p14="http://schemas.microsoft.com/office/powerpoint/2010/main" val="19106001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455904-0C32-1C2C-3EAA-FA5DEA5B7FDF}"/>
              </a:ext>
            </a:extLst>
          </p:cNvPr>
          <p:cNvSpPr>
            <a:spLocks noGrp="1"/>
          </p:cNvSpPr>
          <p:nvPr>
            <p:ph type="title"/>
          </p:nvPr>
        </p:nvSpPr>
        <p:spPr>
          <a:xfrm>
            <a:off x="2592925" y="624109"/>
            <a:ext cx="8202894" cy="2296071"/>
          </a:xfrm>
        </p:spPr>
        <p:txBody>
          <a:bodyPr>
            <a:normAutofit/>
          </a:bodyPr>
          <a:lstStyle/>
          <a:p>
            <a:r>
              <a:rPr lang="en-GB" sz="4000" b="1" dirty="0">
                <a:latin typeface="Calibri" panose="020F0502020204030204" pitchFamily="34" charset="0"/>
                <a:cs typeface="Calibri" panose="020F0502020204030204" pitchFamily="34" charset="0"/>
              </a:rPr>
              <a:t>DMart Grocery Sales Data Analysis </a:t>
            </a:r>
            <a:br>
              <a:rPr lang="en-GB" sz="4000" b="1" dirty="0">
                <a:latin typeface="Calibri" panose="020F0502020204030204" pitchFamily="34" charset="0"/>
                <a:cs typeface="Calibri" panose="020F0502020204030204" pitchFamily="34" charset="0"/>
              </a:rPr>
            </a:br>
            <a:r>
              <a:rPr lang="en-GB" sz="4000" b="1" dirty="0">
                <a:latin typeface="Calibri" panose="020F0502020204030204" pitchFamily="34" charset="0"/>
                <a:cs typeface="Calibri" panose="020F0502020204030204" pitchFamily="34" charset="0"/>
              </a:rPr>
              <a:t>                  (</a:t>
            </a:r>
            <a:r>
              <a:rPr lang="en-GB" sz="4000" dirty="0"/>
              <a:t>2015–2018</a:t>
            </a:r>
            <a:r>
              <a:rPr lang="en-GB" sz="3200" b="1" dirty="0">
                <a:latin typeface="Calibri" panose="020F0502020204030204" pitchFamily="34" charset="0"/>
                <a:cs typeface="Calibri" panose="020F0502020204030204" pitchFamily="34" charset="0"/>
              </a:rPr>
              <a:t>)</a:t>
            </a:r>
            <a:endParaRPr lang="en-IN" sz="4000" dirty="0"/>
          </a:p>
        </p:txBody>
      </p:sp>
    </p:spTree>
    <p:extLst>
      <p:ext uri="{BB962C8B-B14F-4D97-AF65-F5344CB8AC3E}">
        <p14:creationId xmlns:p14="http://schemas.microsoft.com/office/powerpoint/2010/main" val="3477693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6FC5-A51E-ECBD-1777-BF2A761B1A69}"/>
              </a:ext>
            </a:extLst>
          </p:cNvPr>
          <p:cNvSpPr>
            <a:spLocks noGrp="1"/>
          </p:cNvSpPr>
          <p:nvPr>
            <p:ph type="title"/>
          </p:nvPr>
        </p:nvSpPr>
        <p:spPr/>
        <p:txBody>
          <a:bodyPr/>
          <a:lstStyle/>
          <a:p>
            <a:r>
              <a:rPr lang="en-GB" dirty="0"/>
              <a:t>1. </a:t>
            </a:r>
            <a:r>
              <a:rPr lang="en-GB" dirty="0">
                <a:latin typeface="Calibri" panose="020F0502020204030204" pitchFamily="34" charset="0"/>
                <a:cs typeface="Calibri" panose="020F0502020204030204" pitchFamily="34" charset="0"/>
              </a:rPr>
              <a:t>Introduction</a:t>
            </a:r>
            <a:endParaRPr lang="en-IN"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06E2011-6C9F-3E63-AC2D-8E4ABA030FD0}"/>
              </a:ext>
            </a:extLst>
          </p:cNvPr>
          <p:cNvSpPr>
            <a:spLocks noGrp="1"/>
          </p:cNvSpPr>
          <p:nvPr>
            <p:ph idx="1"/>
          </p:nvPr>
        </p:nvSpPr>
        <p:spPr>
          <a:xfrm>
            <a:off x="838200" y="1975567"/>
            <a:ext cx="10515600" cy="2746375"/>
          </a:xfrm>
        </p:spPr>
        <p:txBody>
          <a:bodyPr>
            <a:normAutofit/>
          </a:bodyPr>
          <a:lstStyle/>
          <a:p>
            <a:r>
              <a:rPr lang="en-GB" sz="2400" dirty="0">
                <a:latin typeface="Calibri" panose="020F0502020204030204" pitchFamily="34" charset="0"/>
                <a:cs typeface="Calibri" panose="020F0502020204030204" pitchFamily="34" charset="0"/>
              </a:rPr>
              <a:t> This project focuses on analyzing  DMart Grocery Sales data from the years 2015 to 2018. The main objective is to study sales performance, profit trends, category-wise contribution, regional sales distribution, and time-based patterns using Excel data analysis and visualization techniques.</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604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02C8F-5C3F-0650-3F73-93469B21FB2D}"/>
              </a:ext>
            </a:extLst>
          </p:cNvPr>
          <p:cNvSpPr>
            <a:spLocks noGrp="1"/>
          </p:cNvSpPr>
          <p:nvPr>
            <p:ph type="title"/>
          </p:nvPr>
        </p:nvSpPr>
        <p:spPr/>
        <p:txBody>
          <a:bodyPr/>
          <a:lstStyle/>
          <a:p>
            <a:r>
              <a:rPr lang="en-GB" dirty="0"/>
              <a:t>2. Objectives of the </a:t>
            </a:r>
            <a:r>
              <a:rPr lang="en-GB" dirty="0">
                <a:latin typeface="Calibri" panose="020F0502020204030204" pitchFamily="34" charset="0"/>
                <a:cs typeface="Calibri" panose="020F0502020204030204" pitchFamily="34" charset="0"/>
              </a:rPr>
              <a:t>Project</a:t>
            </a:r>
            <a:endParaRPr lang="en-IN"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1501A77-B45F-3CBA-860B-1B78D7F85E3C}"/>
              </a:ext>
            </a:extLst>
          </p:cNvPr>
          <p:cNvSpPr>
            <a:spLocks noGrp="1"/>
          </p:cNvSpPr>
          <p:nvPr>
            <p:ph idx="1"/>
          </p:nvPr>
        </p:nvSpPr>
        <p:spPr>
          <a:xfrm>
            <a:off x="2645414" y="2118851"/>
            <a:ext cx="8915400" cy="3777622"/>
          </a:xfrm>
        </p:spPr>
        <p:txBody>
          <a:bodyPr>
            <a:normAutofit/>
          </a:bodyPr>
          <a:lstStyle/>
          <a:p>
            <a:r>
              <a:rPr lang="en-GB" sz="2400" dirty="0">
                <a:solidFill>
                  <a:schemeClr val="tx1"/>
                </a:solidFill>
                <a:latin typeface="Calibri" panose="020F0502020204030204" pitchFamily="34" charset="0"/>
                <a:cs typeface="Calibri" panose="020F0502020204030204" pitchFamily="34" charset="0"/>
              </a:rPr>
              <a:t>To analyze total sales and total profit of DMart grocery business To understand category-wise sales and profit contribution to identify region-wise and city-wise sales performance To analyze sales patterns by days and years To create an interactive Excel dashboard for decision making</a:t>
            </a:r>
            <a:endParaRPr lang="en-IN" sz="24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598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7738-AC53-A0A9-0220-C422BC3DCDE2}"/>
              </a:ext>
            </a:extLst>
          </p:cNvPr>
          <p:cNvSpPr>
            <a:spLocks noGrp="1"/>
          </p:cNvSpPr>
          <p:nvPr>
            <p:ph type="title"/>
          </p:nvPr>
        </p:nvSpPr>
        <p:spPr/>
        <p:txBody>
          <a:bodyPr/>
          <a:lstStyle/>
          <a:p>
            <a:r>
              <a:rPr lang="en-GB" dirty="0"/>
              <a:t>3. Dataset </a:t>
            </a:r>
            <a:r>
              <a:rPr lang="en-GB" dirty="0">
                <a:latin typeface="Calibri" panose="020F0502020204030204" pitchFamily="34" charset="0"/>
                <a:cs typeface="Calibri" panose="020F0502020204030204" pitchFamily="34" charset="0"/>
              </a:rPr>
              <a:t>Description</a:t>
            </a:r>
            <a:endParaRPr lang="en-IN"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631E7286-E581-F91A-F48A-307616B9468F}"/>
              </a:ext>
            </a:extLst>
          </p:cNvPr>
          <p:cNvSpPr>
            <a:spLocks noGrp="1"/>
          </p:cNvSpPr>
          <p:nvPr>
            <p:ph idx="1"/>
          </p:nvPr>
        </p:nvSpPr>
        <p:spPr/>
        <p:txBody>
          <a:bodyPr>
            <a:normAutofit lnSpcReduction="10000"/>
          </a:bodyPr>
          <a:lstStyle/>
          <a:p>
            <a:r>
              <a:rPr lang="en-GB" sz="2400" dirty="0">
                <a:latin typeface="Calibri" panose="020F0502020204030204" pitchFamily="34" charset="0"/>
                <a:cs typeface="Calibri" panose="020F0502020204030204" pitchFamily="34" charset="0"/>
              </a:rPr>
              <a:t>The dataset includes the following key fields:</a:t>
            </a:r>
          </a:p>
          <a:p>
            <a:r>
              <a:rPr lang="en-GB" sz="2400" dirty="0">
                <a:latin typeface="Calibri" panose="020F0502020204030204" pitchFamily="34" charset="0"/>
                <a:cs typeface="Calibri" panose="020F0502020204030204" pitchFamily="34" charset="0"/>
              </a:rPr>
              <a:t>Order Date (Year-wise data from 2015 to 2018)</a:t>
            </a:r>
          </a:p>
          <a:p>
            <a:r>
              <a:rPr lang="en-GB" sz="2400" dirty="0">
                <a:latin typeface="Calibri" panose="020F0502020204030204" pitchFamily="34" charset="0"/>
                <a:cs typeface="Calibri" panose="020F0502020204030204" pitchFamily="34" charset="0"/>
              </a:rPr>
              <a:t>City and Region Product</a:t>
            </a:r>
          </a:p>
          <a:p>
            <a:r>
              <a:rPr lang="en-GB" sz="2400" dirty="0">
                <a:latin typeface="Calibri" panose="020F0502020204030204" pitchFamily="34" charset="0"/>
                <a:cs typeface="Calibri" panose="020F0502020204030204" pitchFamily="34" charset="0"/>
              </a:rPr>
              <a:t> Category and Sub-Category </a:t>
            </a:r>
          </a:p>
          <a:p>
            <a:r>
              <a:rPr lang="en-GB" sz="2400" dirty="0">
                <a:latin typeface="Calibri" panose="020F0502020204030204" pitchFamily="34" charset="0"/>
                <a:cs typeface="Calibri" panose="020F0502020204030204" pitchFamily="34" charset="0"/>
              </a:rPr>
              <a:t>Sales Amount</a:t>
            </a:r>
          </a:p>
          <a:p>
            <a:r>
              <a:rPr lang="en-GB" sz="2400" dirty="0">
                <a:latin typeface="Calibri" panose="020F0502020204030204" pitchFamily="34" charset="0"/>
                <a:cs typeface="Calibri" panose="020F0502020204030204" pitchFamily="34" charset="0"/>
              </a:rPr>
              <a:t>Profit Amount</a:t>
            </a:r>
          </a:p>
          <a:p>
            <a:r>
              <a:rPr lang="en-GB" sz="2400" dirty="0">
                <a:latin typeface="Calibri" panose="020F0502020204030204" pitchFamily="34" charset="0"/>
                <a:cs typeface="Calibri" panose="020F0502020204030204" pitchFamily="34" charset="0"/>
              </a:rPr>
              <a:t>The data represents grocery retail transactions across different cities and regions.</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8944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9C9E3-51F5-EB58-8BA6-32B6FAD8B0DB}"/>
              </a:ext>
            </a:extLst>
          </p:cNvPr>
          <p:cNvSpPr>
            <a:spLocks noGrp="1"/>
          </p:cNvSpPr>
          <p:nvPr>
            <p:ph type="title"/>
          </p:nvPr>
        </p:nvSpPr>
        <p:spPr/>
        <p:txBody>
          <a:bodyPr/>
          <a:lstStyle/>
          <a:p>
            <a:r>
              <a:rPr lang="en-IN" dirty="0"/>
              <a:t>4. Tools and Techniques Used </a:t>
            </a:r>
          </a:p>
        </p:txBody>
      </p:sp>
      <p:sp>
        <p:nvSpPr>
          <p:cNvPr id="3" name="Content Placeholder 2">
            <a:extLst>
              <a:ext uri="{FF2B5EF4-FFF2-40B4-BE49-F238E27FC236}">
                <a16:creationId xmlns:a16="http://schemas.microsoft.com/office/drawing/2014/main" id="{9AFB8108-034B-91C9-E677-BAFD36D17C62}"/>
              </a:ext>
            </a:extLst>
          </p:cNvPr>
          <p:cNvSpPr>
            <a:spLocks noGrp="1"/>
          </p:cNvSpPr>
          <p:nvPr>
            <p:ph idx="1"/>
          </p:nvPr>
        </p:nvSpPr>
        <p:spPr>
          <a:xfrm>
            <a:off x="838200" y="1825625"/>
            <a:ext cx="10515600" cy="3734517"/>
          </a:xfrm>
        </p:spPr>
        <p:txBody>
          <a:bodyPr>
            <a:normAutofit/>
          </a:bodyPr>
          <a:lstStyle/>
          <a:p>
            <a:r>
              <a:rPr lang="en-IN" sz="2400" dirty="0">
                <a:latin typeface="Calibri" panose="020F0502020204030204" pitchFamily="34" charset="0"/>
                <a:cs typeface="Calibri" panose="020F0502020204030204" pitchFamily="34" charset="0"/>
              </a:rPr>
              <a:t>Microsoft Excel</a:t>
            </a:r>
          </a:p>
          <a:p>
            <a:r>
              <a:rPr lang="en-IN" sz="2400" dirty="0">
                <a:latin typeface="Calibri" panose="020F0502020204030204" pitchFamily="34" charset="0"/>
                <a:cs typeface="Calibri" panose="020F0502020204030204" pitchFamily="34" charset="0"/>
              </a:rPr>
              <a:t>Pivot Tables and Pivot Charts</a:t>
            </a:r>
          </a:p>
          <a:p>
            <a:r>
              <a:rPr lang="en-IN" sz="2400" dirty="0">
                <a:latin typeface="Calibri" panose="020F0502020204030204" pitchFamily="34" charset="0"/>
                <a:cs typeface="Calibri" panose="020F0502020204030204" pitchFamily="34" charset="0"/>
              </a:rPr>
              <a:t>Slicers for interactivity (City, Year, Sub-Category)</a:t>
            </a:r>
          </a:p>
          <a:p>
            <a:r>
              <a:rPr lang="en-IN" sz="2400" dirty="0">
                <a:latin typeface="Calibri" panose="020F0502020204030204" pitchFamily="34" charset="0"/>
                <a:cs typeface="Calibri" panose="020F0502020204030204" pitchFamily="34" charset="0"/>
              </a:rPr>
              <a:t>Charts: Column Chart, Pie Chart, Line Chart, Bar Chart</a:t>
            </a:r>
          </a:p>
          <a:p>
            <a:r>
              <a:rPr lang="en-IN" sz="2400" dirty="0">
                <a:latin typeface="Calibri" panose="020F0502020204030204" pitchFamily="34" charset="0"/>
                <a:cs typeface="Calibri" panose="020F0502020204030204" pitchFamily="34" charset="0"/>
              </a:rPr>
              <a:t>Data Cleaning and Formatting</a:t>
            </a:r>
          </a:p>
        </p:txBody>
      </p:sp>
    </p:spTree>
    <p:extLst>
      <p:ext uri="{BB962C8B-B14F-4D97-AF65-F5344CB8AC3E}">
        <p14:creationId xmlns:p14="http://schemas.microsoft.com/office/powerpoint/2010/main" val="11610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7A293-AE3B-9B2B-9F1C-819306D13713}"/>
              </a:ext>
            </a:extLst>
          </p:cNvPr>
          <p:cNvSpPr>
            <a:spLocks noGrp="1"/>
          </p:cNvSpPr>
          <p:nvPr>
            <p:ph type="title"/>
          </p:nvPr>
        </p:nvSpPr>
        <p:spPr>
          <a:xfrm>
            <a:off x="838200" y="365126"/>
            <a:ext cx="10515600" cy="903236"/>
          </a:xfrm>
        </p:spPr>
        <p:txBody>
          <a:bodyPr/>
          <a:lstStyle/>
          <a:p>
            <a:r>
              <a:rPr lang="en-GB" dirty="0"/>
              <a:t>5.Dashboard Overview</a:t>
            </a:r>
            <a:endParaRPr lang="en-IN" dirty="0"/>
          </a:p>
        </p:txBody>
      </p:sp>
      <p:sp>
        <p:nvSpPr>
          <p:cNvPr id="3" name="Content Placeholder 2">
            <a:extLst>
              <a:ext uri="{FF2B5EF4-FFF2-40B4-BE49-F238E27FC236}">
                <a16:creationId xmlns:a16="http://schemas.microsoft.com/office/drawing/2014/main" id="{D3F05C33-A0CF-2AF2-9F86-C38A9A97A6C5}"/>
              </a:ext>
            </a:extLst>
          </p:cNvPr>
          <p:cNvSpPr>
            <a:spLocks noGrp="1"/>
          </p:cNvSpPr>
          <p:nvPr>
            <p:ph idx="1"/>
          </p:nvPr>
        </p:nvSpPr>
        <p:spPr>
          <a:xfrm>
            <a:off x="838200" y="1548581"/>
            <a:ext cx="10515600" cy="4628382"/>
          </a:xfrm>
        </p:spPr>
        <p:txBody>
          <a:bodyPr>
            <a:noAutofit/>
          </a:bodyPr>
          <a:lstStyle/>
          <a:p>
            <a:r>
              <a:rPr lang="en-GB" sz="1400" dirty="0">
                <a:solidFill>
                  <a:schemeClr val="tx1"/>
                </a:solidFill>
                <a:latin typeface="Calibri" panose="020F0502020204030204" pitchFamily="34" charset="0"/>
                <a:cs typeface="Calibri" panose="020F0502020204030204" pitchFamily="34" charset="0"/>
              </a:rPr>
              <a:t>The Excel dashboard provides a consolidated view of sales performance using multiple visual elements:</a:t>
            </a:r>
          </a:p>
          <a:p>
            <a:pPr marL="0" indent="0">
              <a:buNone/>
            </a:pPr>
            <a:r>
              <a:rPr lang="en-GB" sz="1400" dirty="0">
                <a:solidFill>
                  <a:schemeClr val="tx1"/>
                </a:solidFill>
                <a:latin typeface="Calibri" panose="020F0502020204030204" pitchFamily="34" charset="0"/>
                <a:cs typeface="Calibri" panose="020F0502020204030204" pitchFamily="34" charset="0"/>
              </a:rPr>
              <a:t>5.1 Category of Sales</a:t>
            </a:r>
          </a:p>
          <a:p>
            <a:r>
              <a:rPr lang="en-GB" sz="1400" dirty="0">
                <a:solidFill>
                  <a:schemeClr val="tx1"/>
                </a:solidFill>
                <a:latin typeface="Calibri" panose="020F0502020204030204" pitchFamily="34" charset="0"/>
                <a:cs typeface="Calibri" panose="020F0502020204030204" pitchFamily="34" charset="0"/>
              </a:rPr>
              <a:t>A column chart shows sales contribution across product categories such as Food Grains, Snacks, Beverages, Dairy, and others. This helps identify top-performing categories.</a:t>
            </a:r>
          </a:p>
          <a:p>
            <a:pPr marL="0" indent="0">
              <a:buNone/>
            </a:pPr>
            <a:r>
              <a:rPr lang="en-GB" sz="1400" dirty="0">
                <a:solidFill>
                  <a:schemeClr val="tx1"/>
                </a:solidFill>
                <a:latin typeface="Calibri" panose="020F0502020204030204" pitchFamily="34" charset="0"/>
                <a:cs typeface="Calibri" panose="020F0502020204030204" pitchFamily="34" charset="0"/>
              </a:rPr>
              <a:t>5.2 Category of Profits</a:t>
            </a:r>
          </a:p>
          <a:p>
            <a:r>
              <a:rPr lang="en-GB" sz="1400" dirty="0">
                <a:solidFill>
                  <a:schemeClr val="tx1"/>
                </a:solidFill>
                <a:latin typeface="Calibri" panose="020F0502020204030204" pitchFamily="34" charset="0"/>
                <a:cs typeface="Calibri" panose="020F0502020204030204" pitchFamily="34" charset="0"/>
              </a:rPr>
              <a:t> A bar chart represents profit earned from different product categories, allowing comparison between high-sales and high-profit categories.</a:t>
            </a:r>
          </a:p>
          <a:p>
            <a:pPr marL="0" indent="0">
              <a:buNone/>
            </a:pPr>
            <a:r>
              <a:rPr lang="en-GB" sz="1400" dirty="0">
                <a:solidFill>
                  <a:schemeClr val="tx1"/>
                </a:solidFill>
                <a:latin typeface="Calibri" panose="020F0502020204030204" pitchFamily="34" charset="0"/>
                <a:cs typeface="Calibri" panose="020F0502020204030204" pitchFamily="34" charset="0"/>
              </a:rPr>
              <a:t>5.3 Region of Sales</a:t>
            </a:r>
          </a:p>
          <a:p>
            <a:r>
              <a:rPr lang="en-GB" sz="1400" dirty="0">
                <a:solidFill>
                  <a:schemeClr val="tx1"/>
                </a:solidFill>
                <a:latin typeface="Calibri" panose="020F0502020204030204" pitchFamily="34" charset="0"/>
                <a:cs typeface="Calibri" panose="020F0502020204030204" pitchFamily="34" charset="0"/>
              </a:rPr>
              <a:t>A pie chart displays sales distribution across regions (North, South, East, West, and Central), helping understand regional demand patterns.</a:t>
            </a:r>
          </a:p>
          <a:p>
            <a:pPr marL="0" indent="0">
              <a:buNone/>
            </a:pPr>
            <a:r>
              <a:rPr lang="en-GB" sz="1400" dirty="0">
                <a:solidFill>
                  <a:schemeClr val="tx1"/>
                </a:solidFill>
                <a:latin typeface="Calibri" panose="020F0502020204030204" pitchFamily="34" charset="0"/>
                <a:cs typeface="Calibri" panose="020F0502020204030204" pitchFamily="34" charset="0"/>
              </a:rPr>
              <a:t>5.4 Days of Sales</a:t>
            </a:r>
          </a:p>
          <a:p>
            <a:r>
              <a:rPr lang="en-GB" sz="1400" dirty="0">
                <a:solidFill>
                  <a:schemeClr val="tx1"/>
                </a:solidFill>
                <a:latin typeface="Calibri" panose="020F0502020204030204" pitchFamily="34" charset="0"/>
                <a:cs typeface="Calibri" panose="020F0502020204030204" pitchFamily="34" charset="0"/>
              </a:rPr>
              <a:t>A horizontal bar chart  </a:t>
            </a:r>
            <a:r>
              <a:rPr lang="en-GB" sz="1400" dirty="0" err="1">
                <a:solidFill>
                  <a:schemeClr val="tx1"/>
                </a:solidFill>
                <a:latin typeface="Calibri" panose="020F0502020204030204" pitchFamily="34" charset="0"/>
                <a:cs typeface="Calibri" panose="020F0502020204030204" pitchFamily="34" charset="0"/>
              </a:rPr>
              <a:t>analyzes</a:t>
            </a:r>
            <a:r>
              <a:rPr lang="en-GB" sz="1400" dirty="0">
                <a:solidFill>
                  <a:schemeClr val="tx1"/>
                </a:solidFill>
                <a:latin typeface="Calibri" panose="020F0502020204030204" pitchFamily="34" charset="0"/>
                <a:cs typeface="Calibri" panose="020F0502020204030204" pitchFamily="34" charset="0"/>
              </a:rPr>
              <a:t>  sales by days of the week, identifying peak sales days.</a:t>
            </a:r>
          </a:p>
          <a:p>
            <a:pPr marL="0" indent="0">
              <a:buNone/>
            </a:pPr>
            <a:r>
              <a:rPr lang="en-GB" sz="1400" dirty="0">
                <a:solidFill>
                  <a:schemeClr val="tx1"/>
                </a:solidFill>
                <a:latin typeface="Calibri" panose="020F0502020204030204" pitchFamily="34" charset="0"/>
                <a:cs typeface="Calibri" panose="020F0502020204030204" pitchFamily="34" charset="0"/>
              </a:rPr>
              <a:t>5.5 Yearly Profit Trend</a:t>
            </a:r>
          </a:p>
          <a:p>
            <a:r>
              <a:rPr lang="en-GB" sz="1400" dirty="0">
                <a:solidFill>
                  <a:schemeClr val="tx1"/>
                </a:solidFill>
                <a:latin typeface="Calibri" panose="020F0502020204030204" pitchFamily="34" charset="0"/>
                <a:cs typeface="Calibri" panose="020F0502020204030204" pitchFamily="34" charset="0"/>
              </a:rPr>
              <a:t> A line chart shows year-wise profit trends from 2015 to 2018, indicating business growth and fluctuations.</a:t>
            </a:r>
          </a:p>
          <a:p>
            <a:pPr marL="0" indent="0">
              <a:buNone/>
            </a:pPr>
            <a:r>
              <a:rPr lang="en-GB" sz="1400" dirty="0">
                <a:solidFill>
                  <a:schemeClr val="tx1"/>
                </a:solidFill>
                <a:latin typeface="Calibri" panose="020F0502020204030204" pitchFamily="34" charset="0"/>
                <a:cs typeface="Calibri" panose="020F0502020204030204" pitchFamily="34" charset="0"/>
              </a:rPr>
              <a:t>5.6 KPI Cards </a:t>
            </a:r>
          </a:p>
          <a:p>
            <a:r>
              <a:rPr lang="en-GB" sz="1400" dirty="0">
                <a:solidFill>
                  <a:schemeClr val="tx1"/>
                </a:solidFill>
                <a:latin typeface="Calibri" panose="020F0502020204030204" pitchFamily="34" charset="0"/>
                <a:cs typeface="Calibri" panose="020F0502020204030204" pitchFamily="34" charset="0"/>
              </a:rPr>
              <a:t>Total Sales: ₹1,49,56,982  &amp; </a:t>
            </a:r>
            <a:r>
              <a:rPr lang="en-GB" sz="1600" dirty="0">
                <a:latin typeface="Calibri" panose="020F0502020204030204" pitchFamily="34" charset="0"/>
                <a:cs typeface="Calibri" panose="020F0502020204030204" pitchFamily="34" charset="0"/>
              </a:rPr>
              <a:t>Total Profit: ₹37,47,121</a:t>
            </a:r>
            <a:endParaRPr lang="en-IN"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5254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4FAE55-FB75-4AEF-86E4-76F7B03CE4C4}"/>
              </a:ext>
            </a:extLst>
          </p:cNvPr>
          <p:cNvPicPr>
            <a:picLocks noChangeAspect="1"/>
          </p:cNvPicPr>
          <p:nvPr/>
        </p:nvPicPr>
        <p:blipFill>
          <a:blip r:embed="rId2"/>
          <a:stretch>
            <a:fillRect/>
          </a:stretch>
        </p:blipFill>
        <p:spPr>
          <a:xfrm>
            <a:off x="965200" y="934549"/>
            <a:ext cx="7735248" cy="4987755"/>
          </a:xfrm>
          <a:prstGeom prst="rect">
            <a:avLst/>
          </a:prstGeom>
        </p:spPr>
      </p:pic>
    </p:spTree>
    <p:extLst>
      <p:ext uri="{BB962C8B-B14F-4D97-AF65-F5344CB8AC3E}">
        <p14:creationId xmlns:p14="http://schemas.microsoft.com/office/powerpoint/2010/main" val="2918139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9A34-90B4-7360-47EC-78E332A12E89}"/>
              </a:ext>
            </a:extLst>
          </p:cNvPr>
          <p:cNvSpPr>
            <a:spLocks noGrp="1"/>
          </p:cNvSpPr>
          <p:nvPr>
            <p:ph type="title"/>
          </p:nvPr>
        </p:nvSpPr>
        <p:spPr/>
        <p:txBody>
          <a:bodyPr/>
          <a:lstStyle/>
          <a:p>
            <a:r>
              <a:rPr lang="en-IN" dirty="0"/>
              <a:t>6. Key Insights</a:t>
            </a:r>
          </a:p>
        </p:txBody>
      </p:sp>
      <p:sp>
        <p:nvSpPr>
          <p:cNvPr id="3" name="Content Placeholder 2">
            <a:extLst>
              <a:ext uri="{FF2B5EF4-FFF2-40B4-BE49-F238E27FC236}">
                <a16:creationId xmlns:a16="http://schemas.microsoft.com/office/drawing/2014/main" id="{55BF2075-CF84-F022-573F-A3AB9115A2D8}"/>
              </a:ext>
            </a:extLst>
          </p:cNvPr>
          <p:cNvSpPr>
            <a:spLocks noGrp="1"/>
          </p:cNvSpPr>
          <p:nvPr>
            <p:ph idx="1"/>
          </p:nvPr>
        </p:nvSpPr>
        <p:spPr>
          <a:xfrm>
            <a:off x="1763303" y="1929581"/>
            <a:ext cx="8915400" cy="3777622"/>
          </a:xfrm>
        </p:spPr>
        <p:txBody>
          <a:bodyPr/>
          <a:lstStyle/>
          <a:p>
            <a:r>
              <a:rPr lang="en-IN" dirty="0">
                <a:solidFill>
                  <a:schemeClr val="tx1"/>
                </a:solidFill>
                <a:latin typeface="Calibri" panose="020F0502020204030204" pitchFamily="34" charset="0"/>
                <a:cs typeface="Calibri" panose="020F0502020204030204" pitchFamily="34" charset="0"/>
              </a:rPr>
              <a:t>Certain categories contribute significantly more to total sales and profits</a:t>
            </a:r>
          </a:p>
          <a:p>
            <a:r>
              <a:rPr lang="en-IN" dirty="0">
                <a:solidFill>
                  <a:schemeClr val="tx1"/>
                </a:solidFill>
                <a:latin typeface="Calibri" panose="020F0502020204030204" pitchFamily="34" charset="0"/>
                <a:cs typeface="Calibri" panose="020F0502020204030204" pitchFamily="34" charset="0"/>
              </a:rPr>
              <a:t>Sales performance varies across regions, with some regions dominating revenue</a:t>
            </a:r>
          </a:p>
          <a:p>
            <a:r>
              <a:rPr lang="en-IN" dirty="0">
                <a:solidFill>
                  <a:schemeClr val="tx1"/>
                </a:solidFill>
                <a:latin typeface="Calibri" panose="020F0502020204030204" pitchFamily="34" charset="0"/>
                <a:cs typeface="Calibri" panose="020F0502020204030204" pitchFamily="34" charset="0"/>
              </a:rPr>
              <a:t>Weekdays show different sales patterns compared to weekends</a:t>
            </a:r>
          </a:p>
          <a:p>
            <a:r>
              <a:rPr lang="en-IN" dirty="0">
                <a:solidFill>
                  <a:schemeClr val="tx1"/>
                </a:solidFill>
                <a:latin typeface="Calibri" panose="020F0502020204030204" pitchFamily="34" charset="0"/>
                <a:cs typeface="Calibri" panose="020F0502020204030204" pitchFamily="34" charset="0"/>
              </a:rPr>
              <a:t>Overall profit shows an increasing trend over the years</a:t>
            </a:r>
          </a:p>
        </p:txBody>
      </p:sp>
    </p:spTree>
    <p:extLst>
      <p:ext uri="{BB962C8B-B14F-4D97-AF65-F5344CB8AC3E}">
        <p14:creationId xmlns:p14="http://schemas.microsoft.com/office/powerpoint/2010/main" val="1426828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DFEC-7D77-FA4B-AF73-662DD8E75B0A}"/>
              </a:ext>
            </a:extLst>
          </p:cNvPr>
          <p:cNvSpPr>
            <a:spLocks noGrp="1"/>
          </p:cNvSpPr>
          <p:nvPr>
            <p:ph type="title"/>
          </p:nvPr>
        </p:nvSpPr>
        <p:spPr/>
        <p:txBody>
          <a:bodyPr/>
          <a:lstStyle/>
          <a:p>
            <a:r>
              <a:rPr lang="en-IN" dirty="0"/>
              <a:t>7. Conclusion</a:t>
            </a:r>
          </a:p>
        </p:txBody>
      </p:sp>
      <p:sp>
        <p:nvSpPr>
          <p:cNvPr id="3" name="Content Placeholder 2">
            <a:extLst>
              <a:ext uri="{FF2B5EF4-FFF2-40B4-BE49-F238E27FC236}">
                <a16:creationId xmlns:a16="http://schemas.microsoft.com/office/drawing/2014/main" id="{93259FF1-CE57-F7F5-805D-249E692EC139}"/>
              </a:ext>
            </a:extLst>
          </p:cNvPr>
          <p:cNvSpPr>
            <a:spLocks noGrp="1"/>
          </p:cNvSpPr>
          <p:nvPr>
            <p:ph idx="1"/>
          </p:nvPr>
        </p:nvSpPr>
        <p:spPr>
          <a:xfrm>
            <a:off x="838200" y="1796128"/>
            <a:ext cx="10515600" cy="2702130"/>
          </a:xfrm>
        </p:spPr>
        <p:txBody>
          <a:bodyPr/>
          <a:lstStyle/>
          <a:p>
            <a:r>
              <a:rPr lang="en-IN" sz="2000" dirty="0">
                <a:solidFill>
                  <a:schemeClr val="tx1"/>
                </a:solidFill>
                <a:latin typeface="Calibri" panose="020F0502020204030204" pitchFamily="34" charset="0"/>
                <a:cs typeface="Calibri" panose="020F0502020204030204" pitchFamily="34" charset="0"/>
              </a:rPr>
              <a:t>The DMart Grocery Sales Data Analysis project demonstrates how Excel can be effectively used for business analysis and visualization. The interactive dashboard helps stakeholders quickly understand performance metrics and make data-driven decisions. This project highlights the importance of data analysis in retail business strategy.</a:t>
            </a:r>
          </a:p>
          <a:p>
            <a:endParaRPr lang="en-IN" dirty="0"/>
          </a:p>
        </p:txBody>
      </p:sp>
    </p:spTree>
    <p:extLst>
      <p:ext uri="{BB962C8B-B14F-4D97-AF65-F5344CB8AC3E}">
        <p14:creationId xmlns:p14="http://schemas.microsoft.com/office/powerpoint/2010/main" val="2142411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3FBA3-0765-1224-B679-A6F4C2CAEF24}"/>
              </a:ext>
            </a:extLst>
          </p:cNvPr>
          <p:cNvSpPr>
            <a:spLocks noGrp="1"/>
          </p:cNvSpPr>
          <p:nvPr>
            <p:ph type="title"/>
          </p:nvPr>
        </p:nvSpPr>
        <p:spPr/>
        <p:txBody>
          <a:bodyPr/>
          <a:lstStyle/>
          <a:p>
            <a:r>
              <a:rPr lang="en-IN" dirty="0"/>
              <a:t>8. Future Scope</a:t>
            </a:r>
          </a:p>
        </p:txBody>
      </p:sp>
      <p:sp>
        <p:nvSpPr>
          <p:cNvPr id="7" name="Content Placeholder 6">
            <a:extLst>
              <a:ext uri="{FF2B5EF4-FFF2-40B4-BE49-F238E27FC236}">
                <a16:creationId xmlns:a16="http://schemas.microsoft.com/office/drawing/2014/main" id="{E711F5AA-F5EF-9D42-D6F8-F27C2C485952}"/>
              </a:ext>
            </a:extLst>
          </p:cNvPr>
          <p:cNvSpPr>
            <a:spLocks noGrp="1"/>
          </p:cNvSpPr>
          <p:nvPr>
            <p:ph idx="1"/>
          </p:nvPr>
        </p:nvSpPr>
        <p:spPr>
          <a:xfrm flipV="1">
            <a:off x="2589212" y="2079523"/>
            <a:ext cx="45719" cy="54077"/>
          </a:xfrm>
        </p:spPr>
        <p:txBody>
          <a:bodyPr>
            <a:normAutofit fontScale="25000" lnSpcReduction="20000"/>
          </a:bodyPr>
          <a:lstStyle/>
          <a:p>
            <a:endParaRPr lang="en-IN" dirty="0"/>
          </a:p>
        </p:txBody>
      </p:sp>
      <p:sp>
        <p:nvSpPr>
          <p:cNvPr id="9" name="TextBox 8">
            <a:extLst>
              <a:ext uri="{FF2B5EF4-FFF2-40B4-BE49-F238E27FC236}">
                <a16:creationId xmlns:a16="http://schemas.microsoft.com/office/drawing/2014/main" id="{F90A7EEF-E1B0-7898-EDEE-41E26EC14A40}"/>
              </a:ext>
            </a:extLst>
          </p:cNvPr>
          <p:cNvSpPr txBox="1"/>
          <p:nvPr/>
        </p:nvSpPr>
        <p:spPr>
          <a:xfrm>
            <a:off x="3049229" y="2697710"/>
            <a:ext cx="6098458" cy="923330"/>
          </a:xfrm>
          <a:prstGeom prst="rect">
            <a:avLst/>
          </a:prstGeom>
          <a:noFill/>
        </p:spPr>
        <p:txBody>
          <a:bodyPr wrap="square">
            <a:spAutoFit/>
          </a:bodyPr>
          <a:lstStyle/>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   </a:t>
            </a:r>
            <a:r>
              <a:rPr lang="en-IN" sz="1800" dirty="0">
                <a:latin typeface="Calibri" panose="020F0502020204030204" pitchFamily="34" charset="0"/>
                <a:cs typeface="Calibri" panose="020F0502020204030204" pitchFamily="34" charset="0"/>
              </a:rPr>
              <a:t>Integration with Power BI for advanced analytics</a:t>
            </a: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   </a:t>
            </a:r>
            <a:r>
              <a:rPr lang="en-IN" sz="1800" dirty="0">
                <a:latin typeface="Calibri" panose="020F0502020204030204" pitchFamily="34" charset="0"/>
                <a:cs typeface="Calibri" panose="020F0502020204030204" pitchFamily="34" charset="0"/>
              </a:rPr>
              <a:t>Forecasting future sales using trend analysis</a:t>
            </a: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   </a:t>
            </a:r>
            <a:r>
              <a:rPr lang="en-IN" sz="1800" dirty="0">
                <a:latin typeface="Calibri" panose="020F0502020204030204" pitchFamily="34" charset="0"/>
                <a:cs typeface="Calibri" panose="020F0502020204030204" pitchFamily="34" charset="0"/>
              </a:rPr>
              <a:t>Customer-level analysis for personalized marketing</a:t>
            </a:r>
          </a:p>
        </p:txBody>
      </p:sp>
    </p:spTree>
    <p:extLst>
      <p:ext uri="{BB962C8B-B14F-4D97-AF65-F5344CB8AC3E}">
        <p14:creationId xmlns:p14="http://schemas.microsoft.com/office/powerpoint/2010/main" val="189382679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54</TotalTime>
  <Words>475</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Wingdings 3</vt:lpstr>
      <vt:lpstr>Wisp</vt:lpstr>
      <vt:lpstr>DMart Grocery Sales Data Analysis                    (2015–2018)</vt:lpstr>
      <vt:lpstr>1. Introduction</vt:lpstr>
      <vt:lpstr>2. Objectives of the Project</vt:lpstr>
      <vt:lpstr>3. Dataset Description</vt:lpstr>
      <vt:lpstr>4. Tools and Techniques Used </vt:lpstr>
      <vt:lpstr>5.Dashboard Overview</vt:lpstr>
      <vt:lpstr>PowerPoint Presentation</vt:lpstr>
      <vt:lpstr>6. Key Insights</vt:lpstr>
      <vt:lpstr>7. Conclusion</vt:lpstr>
      <vt:lpstr>8.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Salunkhe</dc:creator>
  <cp:lastModifiedBy>Harsh Salunkhe</cp:lastModifiedBy>
  <cp:revision>1</cp:revision>
  <dcterms:created xsi:type="dcterms:W3CDTF">2026-02-02T12:12:20Z</dcterms:created>
  <dcterms:modified xsi:type="dcterms:W3CDTF">2026-02-02T13:06:29Z</dcterms:modified>
</cp:coreProperties>
</file>